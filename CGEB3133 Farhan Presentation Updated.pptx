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Phishing Email and URL Detection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by: Muhammad Farhan bin Muhammad Fadzil</a:t>
            </a:r>
          </a:p>
          <a:p>
            <a:r>
              <a:t>Student ID: CS01083754</a:t>
            </a:r>
          </a:p>
          <a:p>
            <a:r>
              <a:t>Supervisor: Dr. Iznora Aini binti Zolkifly</a:t>
            </a:r>
          </a:p>
          <a:p/>
          <a:p>
            <a:r>
              <a:t>Web-Based Phishing Verification and Heuristic Scoring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2.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t>1. User Workflow Disruption: Existing threat intelligence platforms are designed for security teams, requiring normal users to switch tools or workflows to check emails.</a:t>
            </a:r>
          </a:p>
          <a:p>
            <a:pPr>
              <a:spcAft>
                <a:spcPts val="800"/>
              </a:spcAft>
            </a:pPr>
            <a:r>
              <a:t>2. Lack of Simple Explainable Checking: General users need a simple, privacy-aware system that explains WHY an email looks risky rather than just outputting a black-box verdict.</a:t>
            </a:r>
          </a:p>
          <a:p>
            <a:pPr>
              <a:spcAft>
                <a:spcPts val="800"/>
              </a:spcAft>
            </a:pPr>
            <a:r>
              <a:t>3. Manual Verification Failures: Manual link verification is slow, inconsistent, and prone to human error. Static blacklists also fail to catch newly created zero-day threats.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3. 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t>To design the workflow and system architecture for a centralized, copy-and-paste web-based phishing email and URL detection system.</a:t>
            </a:r>
          </a:p>
          <a:p>
            <a:pPr>
              <a:spcAft>
                <a:spcPts val="800"/>
              </a:spcAft>
            </a:pPr>
            <a:r>
              <a:t>To develop a web application that extracts and normalizes URLs from pasted content, verifies known phishing links using a hybrid lookup (local DB + real-time API), and applies heuristic scoring.</a:t>
            </a:r>
          </a:p>
          <a:p>
            <a:pPr>
              <a:spcAft>
                <a:spcPts val="800"/>
              </a:spcAft>
            </a:pPr>
            <a:r>
              <a:t>To study common phishing techniques and URL indicators to produce an explainable risk classification (Low Risk, Suspicious, Confirmed Phishing) while securely logging results for admin evaluation.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4. Objective 1 Achieved: 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t>Designed a simplified, copy-and-paste web portal workflow that eliminates the need for complex mail server integrations or accessing personal user mailboxes.</a:t>
            </a:r>
          </a:p>
          <a:p>
            <a:pPr>
              <a:spcAft>
                <a:spcPts val="800"/>
              </a:spcAft>
            </a:pPr>
            <a:r>
              <a:t>Created a robust system architecture that parses pasted text, extracts links, performs verification checks, runs the heuristic engine, and displays on-screen reports in real time.</a:t>
            </a:r>
          </a:p>
          <a:p>
            <a:pPr>
              <a:spcAft>
                <a:spcPts val="800"/>
              </a:spcAft>
            </a:pPr>
            <a:r>
              <a:t>Introduced role-based UI separation: normal users get a simplified, non-technical explanation to prevent confusion, while admins get detailed scoring metrics.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5. Comparison of Detection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t>• Blacklist Verification: Extremely fast and 100% accurate for known threats, but completely blind to new/unlisted links. [Used in this project: Local Supabase DB Index + live PhishTank API fallback]</a:t>
            </a:r>
          </a:p>
          <a:p>
            <a:pPr>
              <a:spcAft>
                <a:spcPts val="800"/>
              </a:spcAft>
            </a:pPr>
            <a:r>
              <a:t>• Heuristic Analysis: High capability to flag unknown threats by analyzing structural/textual patterns. Needs periodic tuning. [Used in this project: Weighted Heuristic Scorer]</a:t>
            </a:r>
          </a:p>
          <a:p>
            <a:pPr>
              <a:spcAft>
                <a:spcPts val="800"/>
              </a:spcAft>
            </a:pPr>
            <a:r>
              <a:t>• Machine Learning: Captures complex patterns, but requires massive labeled training datasets, frequent retraining, and high computing power. [Not used; reserved for future work]</a:t>
            </a:r>
          </a:p>
          <a:p>
            <a:pPr>
              <a:spcAft>
                <a:spcPts val="800"/>
              </a:spcAft>
            </a:pPr>
            <a:r>
              <a:t>• Manual Checking: Highly simple but slow, inconsistent, and prone to human error. [Replaced in this project by automated regex extraction and verification]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6. How the System Identifies Risky Emails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t>Textual Indicators (Heuristics):</a:t>
            </a:r>
          </a:p>
          <a:p>
            <a:pPr>
              <a:spcAft>
                <a:spcPts val="800"/>
              </a:spcAft>
            </a:pPr>
            <a:r>
              <a:t>  - Sensitive Request: asking for passwords, bank accounts, login credentials, OTPs, or CVVs.</a:t>
            </a:r>
          </a:p>
          <a:p>
            <a:pPr>
              <a:spcAft>
                <a:spcPts val="800"/>
              </a:spcAft>
            </a:pPr>
            <a:r>
              <a:t>  - Urgency &amp; Time Pressure: words like 'immediately', 'act now', 'action required', or 'within 24 hours'.</a:t>
            </a:r>
          </a:p>
          <a:p>
            <a:pPr>
              <a:spcAft>
                <a:spcPts val="800"/>
              </a:spcAft>
            </a:pPr>
            <a:r>
              <a:t>  - Reward / Prize Language: 'congratulations', 'lucky winner', 'gift card', or 'claim your'.</a:t>
            </a:r>
          </a:p>
          <a:p>
            <a:pPr>
              <a:spcAft>
                <a:spcPts val="800"/>
              </a:spcAft>
            </a:pPr>
            <a:r>
              <a:t>  - Click Phrases: call-to-actions like 'click here', 'tap here', or 'access your account'.</a:t>
            </a:r>
          </a:p>
          <a:p>
            <a:br/>
            <a:pPr>
              <a:spcAft>
                <a:spcPts val="800"/>
              </a:spcAft>
            </a:pPr>
            <a:r>
              <a:t>URL Structure Indicators (Heuristics):</a:t>
            </a:r>
          </a:p>
          <a:p>
            <a:pPr>
              <a:spcAft>
                <a:spcPts val="800"/>
              </a:spcAft>
            </a:pPr>
            <a:r>
              <a:t>  - Structural Flaws: IP address in URL, insecure HTTP protocol (not HTTPS).</a:t>
            </a:r>
          </a:p>
          <a:p>
            <a:pPr>
              <a:spcAft>
                <a:spcPts val="800"/>
              </a:spcAft>
            </a:pPr>
            <a:r>
              <a:t>  - Obfuscation Tricks: URL shorteners (bit.ly, tinyurl), suspicious TLDs (.xyz, .tk, .zip, .pw), domain with excessive hyphens (e.g., secure-paypal-login.com), or suspiciously long URLs (&gt;75 characters).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7. Objective 2 Achieved: Web Application Developed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t>Created a centralized web application using Python (Flask) for the backend and HTML, CSS (style.css), and JavaScript for the frontend interface.</a:t>
            </a:r>
          </a:p>
          <a:p>
            <a:pPr>
              <a:spcAft>
                <a:spcPts val="800"/>
              </a:spcAft>
            </a:pPr>
            <a:r>
              <a:t>Implemented an automated URL extraction engine using optimized Regular Expressions (re) to parse links from pasted email text.</a:t>
            </a:r>
          </a:p>
          <a:p>
            <a:pPr>
              <a:spcAft>
                <a:spcPts val="800"/>
              </a:spcAft>
            </a:pPr>
            <a:r>
              <a:t>Included a normalization module to strip trailing punctuation, quotes, and brackets, ensuring clean URLs for verification.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8. Architecture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t>1. User Ingestion Layer: User copies and pastes email content into the form.</a:t>
            </a:r>
          </a:p>
          <a:p>
            <a:pPr>
              <a:spcAft>
                <a:spcPts val="800"/>
              </a:spcAft>
            </a:pPr>
            <a:r>
              <a:t>2. Frontend Presentation Layer: Flask templates (Jinja2) render the input page and the Threat Intelligence Report.</a:t>
            </a:r>
          </a:p>
          <a:p>
            <a:pPr>
              <a:spcAft>
                <a:spcPts val="800"/>
              </a:spcAft>
            </a:pPr>
            <a:r>
              <a:t>3. Backend Controller Layer: Flask API handles the extraction, coordinates checks, and formats results.</a:t>
            </a:r>
          </a:p>
          <a:p>
            <a:pPr>
              <a:spcAft>
                <a:spcPts val="800"/>
              </a:spcAft>
            </a:pPr>
            <a:r>
              <a:t>4. Detection &amp; Analytics Layer: Hybrid Blacklist Engine (Supabase + PhishTank REST API fallback) and the Weighted Heuristic Scorer.</a:t>
            </a:r>
          </a:p>
          <a:p>
            <a:pPr>
              <a:spcAft>
                <a:spcPts val="800"/>
              </a:spcAft>
            </a:pPr>
            <a:r>
              <a:t>5. Persistence &amp; Storage Layer: Logs telemetry to a cloud-based Supabase PostgreSQL database, with a local SQLite logger fallback.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9. System Flow &amp; Architecture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t>Flowchart of the system logic:</a:t>
            </a:r>
          </a:p>
          <a:p>
            <a:pPr>
              <a:spcAft>
                <a:spcPts val="800"/>
              </a:spcAft>
            </a:pPr>
            <a:r>
              <a:t>  [User Input Paste] ➔ [Extract Text &amp; URLs via RegEx]</a:t>
            </a:r>
          </a:p>
          <a:p>
            <a:pPr>
              <a:spcAft>
                <a:spcPts val="800"/>
              </a:spcAft>
            </a:pPr>
            <a:r>
              <a:t>       ↓</a:t>
            </a:r>
          </a:p>
          <a:p>
            <a:pPr>
              <a:spcAft>
                <a:spcPts val="800"/>
              </a:spcAft>
            </a:pPr>
            <a:r>
              <a:t>  [Step 1: Check Blacklist (Supabase Database Index)]</a:t>
            </a:r>
          </a:p>
          <a:p>
            <a:pPr>
              <a:spcAft>
                <a:spcPts val="800"/>
              </a:spcAft>
            </a:pPr>
            <a:r>
              <a:t>       ↓ (If Not Found)</a:t>
            </a:r>
          </a:p>
          <a:p>
            <a:pPr>
              <a:spcAft>
                <a:spcPts val="800"/>
              </a:spcAft>
            </a:pPr>
            <a:r>
              <a:t>  [Step 2: Fallback to Live PhishTank REST API Check] ➔ (If Matched ➔ Confirmed Phishing)</a:t>
            </a:r>
          </a:p>
          <a:p>
            <a:pPr>
              <a:spcAft>
                <a:spcPts val="800"/>
              </a:spcAft>
            </a:pPr>
            <a:r>
              <a:t>       ↓ (If Safe/Not Found)</a:t>
            </a:r>
          </a:p>
          <a:p>
            <a:pPr>
              <a:spcAft>
                <a:spcPts val="800"/>
              </a:spcAft>
            </a:pPr>
            <a:r>
              <a:t>  [Step 3: Apply Weighted Heuristic Scorer] ➔ (Score &gt;= 4 ➔ Suspicious; Else ➔ Low Risk)</a:t>
            </a:r>
          </a:p>
          <a:p>
            <a:pPr>
              <a:spcAft>
                <a:spcPts val="800"/>
              </a:spcAft>
            </a:pPr>
            <a:r>
              <a:t>       ↓</a:t>
            </a:r>
          </a:p>
          <a:p>
            <a:pPr>
              <a:spcAft>
                <a:spcPts val="800"/>
              </a:spcAft>
            </a:pPr>
            <a:r>
              <a:t>  [Step 4: Log Results (Supabase PostgreSQL / SQLite Fallback)]</a:t>
            </a:r>
          </a:p>
          <a:p>
            <a:pPr>
              <a:spcAft>
                <a:spcPts val="800"/>
              </a:spcAft>
            </a:pPr>
            <a:r>
              <a:t>       ↓</a:t>
            </a:r>
          </a:p>
          <a:p>
            <a:pPr>
              <a:spcAft>
                <a:spcPts val="800"/>
              </a:spcAft>
            </a:pPr>
            <a:r>
              <a:t>  [Step 5: Output Report (Normal User: explainable reasons; Admin: raw score metrics)]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10. User Interface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t>Normal User Interface View:</a:t>
            </a:r>
          </a:p>
          <a:p>
            <a:pPr>
              <a:spcAft>
                <a:spcPts val="800"/>
              </a:spcAft>
            </a:pPr>
            <a:r>
              <a:t>  - Simple scan result display (Low Risk, Suspicious, Confirmed Phishing).</a:t>
            </a:r>
          </a:p>
          <a:p>
            <a:pPr>
              <a:spcAft>
                <a:spcPts val="800"/>
              </a:spcAft>
            </a:pPr>
            <a:r>
              <a:t>  - Plain, non-technical explanation sentences (e.g., 'The email contains urgency language').</a:t>
            </a:r>
          </a:p>
          <a:p>
            <a:pPr>
              <a:spcAft>
                <a:spcPts val="800"/>
              </a:spcAft>
            </a:pPr>
            <a:r>
              <a:t>  - Numeric scores are hidden to prevent user confusion or false alarm panic.</a:t>
            </a:r>
          </a:p>
          <a:p>
            <a:br/>
            <a:pPr>
              <a:spcAft>
                <a:spcPts val="800"/>
              </a:spcAft>
            </a:pPr>
            <a:r>
              <a:t>Admin Control Panel View:</a:t>
            </a:r>
          </a:p>
          <a:p>
            <a:pPr>
              <a:spcAft>
                <a:spcPts val="800"/>
              </a:spcAft>
            </a:pPr>
            <a:r>
              <a:t>  - Displays exact Heuristic Score (e.g., '6') and individual point breakdown (e.g., '+4 pts').</a:t>
            </a:r>
          </a:p>
          <a:p>
            <a:pPr>
              <a:spcAft>
                <a:spcPts val="800"/>
              </a:spcAft>
            </a:pPr>
            <a:r>
              <a:t>  - Administrative logs table containing all past scan records.</a:t>
            </a:r>
          </a:p>
          <a:p>
            <a:pPr>
              <a:spcAft>
                <a:spcPts val="800"/>
              </a:spcAft>
            </a:pPr>
            <a:r>
              <a:t>  - CSV Export function and delete controls to manage audit trails.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11. Objective 3 Achieved: Explainable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t>Designed a clear classification model for users based on verification outcome and scoring thresholds:</a:t>
            </a:r>
          </a:p>
          <a:p>
            <a:pPr>
              <a:spcAft>
                <a:spcPts val="800"/>
              </a:spcAft>
            </a:pPr>
            <a:r>
              <a:t>1. Confirmed Phishing: Triggered if any URL matches the local PhishTank index OR the live PhishTank REST API.</a:t>
            </a:r>
          </a:p>
          <a:p>
            <a:pPr>
              <a:spcAft>
                <a:spcPts val="800"/>
              </a:spcAft>
            </a:pPr>
            <a:r>
              <a:t>2. Suspicious: Triggered if the email is not blacklisted, but the Heuristic Scorer accumulates a score of 4 or higher.</a:t>
            </a:r>
          </a:p>
          <a:p>
            <a:pPr>
              <a:spcAft>
                <a:spcPts val="800"/>
              </a:spcAft>
            </a:pPr>
            <a:r>
              <a:t>3. Safe or Low Risk: Triggered if the email has no blacklisted links and a heuristic score below 4.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12. Development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t>• Frontend: HTML5, CSS3 (Vanilla design, custom responsive layouts), Vanilla JavaScript</a:t>
            </a:r>
          </a:p>
          <a:p>
            <a:pPr>
              <a:spcAft>
                <a:spcPts val="800"/>
              </a:spcAft>
            </a:pPr>
            <a:r>
              <a:t>• Backend: Python 3, Flask framework (routes, request handling)</a:t>
            </a:r>
          </a:p>
          <a:p>
            <a:pPr>
              <a:spcAft>
                <a:spcPts val="800"/>
              </a:spcAft>
            </a:pPr>
            <a:r>
              <a:t>• Database: Supabase PostgreSQL (Cloud) &amp; SQLite (Local fallback logging)</a:t>
            </a:r>
          </a:p>
          <a:p>
            <a:pPr>
              <a:spcAft>
                <a:spcPts val="800"/>
              </a:spcAft>
            </a:pPr>
            <a:r>
              <a:t>• Ingestion &amp; Parsing: Python Regular Expressions (re) &amp; urllib.parse</a:t>
            </a:r>
          </a:p>
          <a:p>
            <a:pPr>
              <a:spcAft>
                <a:spcPts val="800"/>
              </a:spcAft>
            </a:pPr>
            <a:r>
              <a:t>• Threat Intelligence: PhishTank CSV database dump &amp; PhishTank REST API for real-time validation</a:t>
            </a:r>
          </a:p>
          <a:p>
            <a:pPr>
              <a:spcAft>
                <a:spcPts val="800"/>
              </a:spcAft>
            </a:pPr>
            <a:r>
              <a:t>• Deployment: Vercel (Serverless hosting platform)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13. Heuristic Score (Admin 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t>Detailed view showing weight distribution and score calculation:</a:t>
            </a:r>
          </a:p>
          <a:p>
            <a:pPr>
              <a:spcAft>
                <a:spcPts val="800"/>
              </a:spcAft>
            </a:pPr>
            <a:r>
              <a:t>  - Triggered Feature: Reward or Prize Language (e.g. 'lucky winner') ➔ +4 pts</a:t>
            </a:r>
          </a:p>
          <a:p>
            <a:pPr>
              <a:spcAft>
                <a:spcPts val="800"/>
              </a:spcAft>
            </a:pPr>
            <a:r>
              <a:t>  - Triggered Feature: Time Pressure Language (e.g. 'within 24 hours') ➔ +1 pts</a:t>
            </a:r>
          </a:p>
          <a:p>
            <a:pPr>
              <a:spcAft>
                <a:spcPts val="800"/>
              </a:spcAft>
            </a:pPr>
            <a:r>
              <a:t>  - Triggered Feature: Generic Click Phrase (e.g. 'click below') ➔ +1 pts</a:t>
            </a:r>
          </a:p>
          <a:p>
            <a:pPr>
              <a:spcAft>
                <a:spcPts val="800"/>
              </a:spcAft>
            </a:pPr>
            <a:r>
              <a:t>  -------------------------------------------------------------</a:t>
            </a:r>
          </a:p>
          <a:p>
            <a:pPr>
              <a:spcAft>
                <a:spcPts val="800"/>
              </a:spcAft>
            </a:pPr>
            <a:r>
              <a:t>  - Final Calculated Score: 6</a:t>
            </a:r>
          </a:p>
          <a:p>
            <a:pPr>
              <a:spcAft>
                <a:spcPts val="800"/>
              </a:spcAft>
            </a:pPr>
            <a:r>
              <a:t>  - Heuristic Label: Suspicious (since score &gt;= 4)</a:t>
            </a:r>
          </a:p>
          <a:p>
            <a:br/>
            <a:pPr>
              <a:spcAft>
                <a:spcPts val="800"/>
              </a:spcAft>
            </a:pPr>
            <a:r>
              <a:t>Note: The score ceiling cap of 15 has been removed to allow true relative weight accumulation.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14. Threat Report (Normal User 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t>Shows exactly how explainable reasons are rendered to the end-user without numeric scores:</a:t>
            </a:r>
          </a:p>
          <a:p>
            <a:pPr>
              <a:spcAft>
                <a:spcPts val="800"/>
              </a:spcAft>
            </a:pPr>
            <a:r>
              <a:t>  - Final Verdict: Suspicious Email Detected</a:t>
            </a:r>
          </a:p>
          <a:p>
            <a:pPr>
              <a:spcAft>
                <a:spcPts val="800"/>
              </a:spcAft>
            </a:pPr>
            <a:r>
              <a:t>  - Description: 'This email contains warning signs commonly found in phishing messages.'</a:t>
            </a:r>
          </a:p>
          <a:p>
            <a:pPr>
              <a:spcAft>
                <a:spcPts val="800"/>
              </a:spcAft>
            </a:pPr>
            <a:r>
              <a:t>  - Key Warnings Found:</a:t>
            </a:r>
          </a:p>
          <a:p>
            <a:pPr>
              <a:spcAft>
                <a:spcPts val="800"/>
              </a:spcAft>
            </a:pPr>
            <a:r>
              <a:t>    1. Prize or reward wording was found in the text.</a:t>
            </a:r>
          </a:p>
          <a:p>
            <a:pPr>
              <a:spcAft>
                <a:spcPts val="800"/>
              </a:spcAft>
            </a:pPr>
            <a:r>
              <a:t>    2. The email tries to make you act quickly under time pressure.</a:t>
            </a:r>
          </a:p>
          <a:p>
            <a:pPr>
              <a:spcAft>
                <a:spcPts val="800"/>
              </a:spcAft>
            </a:pPr>
            <a:r>
              <a:t>    3. The email asks you to click a hyperlink.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15. Testing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t>1. Ingestion: Paste email text samples (safe, spam, and known phishing).</a:t>
            </a:r>
          </a:p>
          <a:p>
            <a:pPr>
              <a:spcAft>
                <a:spcPts val="800"/>
              </a:spcAft>
            </a:pPr>
            <a:r>
              <a:t>2. Extraction: Automated parse of URLs and keywords.</a:t>
            </a:r>
          </a:p>
          <a:p>
            <a:pPr>
              <a:spcAft>
                <a:spcPts val="800"/>
              </a:spcAft>
            </a:pPr>
            <a:r>
              <a:t>3. Verification: Query local database index, fall back to live PhishTank API query.</a:t>
            </a:r>
          </a:p>
          <a:p>
            <a:pPr>
              <a:spcAft>
                <a:spcPts val="800"/>
              </a:spcAft>
            </a:pPr>
            <a:r>
              <a:t>4. Heuristics: Scorer calculates weights for unlisted links.</a:t>
            </a:r>
          </a:p>
          <a:p>
            <a:pPr>
              <a:spcAft>
                <a:spcPts val="800"/>
              </a:spcAft>
            </a:pPr>
            <a:r>
              <a:t>5. Reporting: Render the UI results based on the logged-in user's role.</a:t>
            </a:r>
          </a:p>
          <a:p>
            <a:pPr>
              <a:spcAft>
                <a:spcPts val="800"/>
              </a:spcAft>
            </a:pPr>
            <a:r>
              <a:t>6. Telemetry &amp; Auditing: Admin downloads logs as CSV for technical analysis.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16. Testing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t>Evaluation Metrics &amp; Performance:</a:t>
            </a:r>
          </a:p>
          <a:p>
            <a:pPr>
              <a:spcAft>
                <a:spcPts val="800"/>
              </a:spcAft>
            </a:pPr>
            <a:r>
              <a:t>  - Dataset: 100+ email and URL samples (comprising safe corporate emails, spam, and verified phishing links).</a:t>
            </a:r>
          </a:p>
          <a:p>
            <a:pPr>
              <a:spcAft>
                <a:spcPts val="800"/>
              </a:spcAft>
            </a:pPr>
            <a:r>
              <a:t>  - Blacklist Verification: 100% precision for blacklisted URLs. Real-time API fallback successfully resolves zero-day threats.</a:t>
            </a:r>
          </a:p>
          <a:p>
            <a:pPr>
              <a:spcAft>
                <a:spcPts val="800"/>
              </a:spcAft>
            </a:pPr>
            <a:r>
              <a:t>  - Heuristic Scorer: Successfully flags suspicious keywords and obfuscated URL layouts.</a:t>
            </a:r>
          </a:p>
          <a:p>
            <a:pPr>
              <a:spcAft>
                <a:spcPts val="800"/>
              </a:spcAft>
            </a:pPr>
            <a:r>
              <a:t>  - Metrics: (Testing results to be finalized after complete evaluation using safe and phishing email samples. Placeholder values will be updated with Accuracy, Precision, Recall, and Confusion Matrix).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17. Project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t>• Simple Checking: Users can evaluate suspicious emails via a simple copy-paste workflow, bypassing mail server setups.</a:t>
            </a:r>
          </a:p>
          <a:p>
            <a:pPr>
              <a:spcAft>
                <a:spcPts val="800"/>
              </a:spcAft>
            </a:pPr>
            <a:r>
              <a:t>• Explainability: Provides clean text explanations of threats, making security verdicts transparent and educational.</a:t>
            </a:r>
          </a:p>
          <a:p>
            <a:pPr>
              <a:spcAft>
                <a:spcPts val="800"/>
              </a:spcAft>
            </a:pPr>
            <a:r>
              <a:t>• Zero-Day Coverage: Combines database checks with a live API to ensure protection against fresh phishing links.</a:t>
            </a:r>
          </a:p>
          <a:p>
            <a:pPr>
              <a:spcAft>
                <a:spcPts val="800"/>
              </a:spcAft>
            </a:pPr>
            <a:r>
              <a:t>• Reduced Fatigue: Normal users are not overwhelmed with numeric score metrics, minimizing false alarm panic.</a:t>
            </a:r>
          </a:p>
          <a:p>
            <a:pPr>
              <a:spcAft>
                <a:spcPts val="800"/>
              </a:spcAft>
            </a:pPr>
            <a:r>
              <a:t>• Centralized Reporting: Stores database logs on Supabase cloud, enabling administrators to track threat trends.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t>Developed a lightweight, web-based phishing detection system deployed on Vercel.</a:t>
            </a:r>
          </a:p>
          <a:p>
            <a:pPr>
              <a:spcAft>
                <a:spcPts val="800"/>
              </a:spcAft>
            </a:pPr>
            <a:r>
              <a:t>Successfully combined a local database index with a live REST API check for highly resilient PhishTank blacklist verification.</a:t>
            </a:r>
          </a:p>
          <a:p>
            <a:pPr>
              <a:spcAft>
                <a:spcPts val="800"/>
              </a:spcAft>
            </a:pPr>
            <a:r>
              <a:t>Formulated an explainable, weighted heuristic scoring engine that explains threats in plain English.</a:t>
            </a:r>
          </a:p>
          <a:p>
            <a:pPr>
              <a:spcAft>
                <a:spcPts val="800"/>
              </a:spcAft>
            </a:pPr>
            <a:r>
              <a:t>Implemented role-based UI reporting and Supabase PostgreSQL logging to separate user-facing safety metrics from admin system evaluation.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Muhammad Farhan bin Muhammad Fadzil</a:t>
            </a:r>
          </a:p>
          <a:p>
            <a:r>
              <a:t>Phishing Email and URL Detection System</a:t>
            </a:r>
          </a:p>
          <a:p>
            <a:r>
              <a:t>Q&amp;A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